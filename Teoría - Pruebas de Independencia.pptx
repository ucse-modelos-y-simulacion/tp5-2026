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301" r:id="rId6"/>
    <p:sldId id="302" r:id="rId7"/>
    <p:sldId id="289" r:id="rId8"/>
    <p:sldId id="264" r:id="rId9"/>
    <p:sldId id="265" r:id="rId10"/>
    <p:sldId id="290" r:id="rId11"/>
    <p:sldId id="291" r:id="rId12"/>
    <p:sldId id="292" r:id="rId13"/>
    <p:sldId id="266" r:id="rId14"/>
    <p:sldId id="293" r:id="rId15"/>
    <p:sldId id="294" r:id="rId16"/>
    <p:sldId id="295" r:id="rId17"/>
    <p:sldId id="296" r:id="rId18"/>
    <p:sldId id="298" r:id="rId19"/>
    <p:sldId id="297" r:id="rId20"/>
    <p:sldId id="299" r:id="rId21"/>
    <p:sldId id="300" r:id="rId22"/>
    <p:sldId id="267" r:id="rId23"/>
    <p:sldId id="303" r:id="rId24"/>
    <p:sldId id="304" r:id="rId25"/>
    <p:sldId id="305" r:id="rId26"/>
    <p:sldId id="307" r:id="rId27"/>
    <p:sldId id="308" r:id="rId2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>
        <p:scale>
          <a:sx n="66" d="100"/>
          <a:sy n="66" d="100"/>
        </p:scale>
        <p:origin x="135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2883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252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50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229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76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240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856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123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282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624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674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0085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4488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6032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191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250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A25C5-306D-4FD3-A458-E31769726CF6}" type="datetimeFigureOut">
              <a:rPr lang="es-AR" smtClean="0"/>
              <a:t>4/7/2018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98F89DA-8AFD-41FF-8061-7A52CFAE5C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99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Pruebas </a:t>
            </a:r>
            <a:r>
              <a:rPr lang="es-AR" dirty="0" smtClean="0"/>
              <a:t>de Independencia </a:t>
            </a:r>
            <a:r>
              <a:rPr lang="es-AR" dirty="0" smtClean="0"/>
              <a:t>para los números </a:t>
            </a:r>
            <a:r>
              <a:rPr lang="es-AR" dirty="0" err="1" smtClean="0"/>
              <a:t>pseudo</a:t>
            </a:r>
            <a:r>
              <a:rPr lang="es-AR" dirty="0" smtClean="0"/>
              <a:t> aleatorios.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147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315453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800" b="1" dirty="0" smtClean="0"/>
              <a:t>Prueba de Independencia </a:t>
            </a:r>
            <a:endParaRPr lang="es-AR" sz="28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4034" t="39903" r="56404" b="49961"/>
          <a:stretch/>
        </p:blipFill>
        <p:spPr>
          <a:xfrm>
            <a:off x="1344820" y="2430379"/>
            <a:ext cx="10240297" cy="147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800" b="1" dirty="0" smtClean="0"/>
              <a:t>Prueba de Independencia- Corridas arriba y abajo </a:t>
            </a:r>
            <a:endParaRPr lang="es-AR" sz="28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981" t="28694" r="56492" b="32494"/>
          <a:stretch/>
        </p:blipFill>
        <p:spPr>
          <a:xfrm>
            <a:off x="1761959" y="1772652"/>
            <a:ext cx="9384630" cy="505541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22095" t="79025" r="64645" b="11101"/>
          <a:stretch/>
        </p:blipFill>
        <p:spPr>
          <a:xfrm>
            <a:off x="2124817" y="5049061"/>
            <a:ext cx="1895642" cy="79399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009" y="4928481"/>
            <a:ext cx="1695450" cy="9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0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800" b="1" dirty="0" smtClean="0"/>
              <a:t>Prueba de Independencia- Corridas arriba y abajo </a:t>
            </a:r>
            <a:endParaRPr lang="es-AR" sz="28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3860" t="27739" r="56930" b="49181"/>
          <a:stretch/>
        </p:blipFill>
        <p:spPr>
          <a:xfrm>
            <a:off x="1258643" y="2073838"/>
            <a:ext cx="10701389" cy="354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Independencia-</a:t>
            </a:r>
          </a:p>
          <a:p>
            <a:pPr algn="ctr"/>
            <a:r>
              <a:rPr lang="es-AR" b="1" dirty="0" smtClean="0"/>
              <a:t>Corridas </a:t>
            </a:r>
            <a:r>
              <a:rPr lang="es-AR" b="1" dirty="0"/>
              <a:t>arriba y abajo 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s-AR" sz="28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2476" t="11016" r="15810" b="59976"/>
          <a:stretch/>
        </p:blipFill>
        <p:spPr>
          <a:xfrm>
            <a:off x="1340085" y="1527819"/>
            <a:ext cx="10580472" cy="27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8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Independencia-</a:t>
            </a:r>
          </a:p>
          <a:p>
            <a:pPr algn="ctr"/>
            <a:r>
              <a:rPr lang="es-AR" b="1" dirty="0" smtClean="0"/>
              <a:t>Corridas </a:t>
            </a:r>
            <a:r>
              <a:rPr lang="es-AR" b="1" dirty="0"/>
              <a:t>arriba y abajo 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s-AR" sz="28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2476" t="11016" r="15810" b="41915"/>
          <a:stretch/>
        </p:blipFill>
        <p:spPr>
          <a:xfrm>
            <a:off x="1340085" y="1527819"/>
            <a:ext cx="10580472" cy="45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9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800" b="1" dirty="0" smtClean="0"/>
              <a:t>Prueba de Independencia- Corridas arriba y abajo </a:t>
            </a:r>
            <a:endParaRPr lang="es-AR" sz="28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2095" t="50804" r="16000" b="22141"/>
          <a:stretch/>
        </p:blipFill>
        <p:spPr>
          <a:xfrm>
            <a:off x="1507959" y="2148115"/>
            <a:ext cx="10272890" cy="25254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22095" t="79025" r="64645" b="11101"/>
          <a:stretch/>
        </p:blipFill>
        <p:spPr>
          <a:xfrm>
            <a:off x="1732931" y="4712271"/>
            <a:ext cx="1895642" cy="79399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131" y="4765758"/>
            <a:ext cx="1556959" cy="74050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648" y="4895491"/>
            <a:ext cx="994838" cy="38860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402" y="4632509"/>
            <a:ext cx="1695450" cy="9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2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400" b="1" dirty="0" smtClean="0"/>
              <a:t>Prueba de Independencia- Corridas arriba y debajo de la media </a:t>
            </a:r>
            <a:endParaRPr lang="es-AR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3246" t="39318" r="57105" b="15770"/>
          <a:stretch/>
        </p:blipFill>
        <p:spPr>
          <a:xfrm>
            <a:off x="1812758" y="2069432"/>
            <a:ext cx="10103471" cy="462012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3596" t="11286" r="56579" b="83606"/>
          <a:stretch/>
        </p:blipFill>
        <p:spPr>
          <a:xfrm>
            <a:off x="1812758" y="1544052"/>
            <a:ext cx="10103471" cy="52538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22095" t="79025" r="64645" b="11101"/>
          <a:stretch/>
        </p:blipFill>
        <p:spPr>
          <a:xfrm>
            <a:off x="1994188" y="5002557"/>
            <a:ext cx="1895642" cy="79399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829" y="5002557"/>
            <a:ext cx="1524001" cy="81517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380" y="4952857"/>
            <a:ext cx="1695450" cy="9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0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400" b="1" dirty="0" smtClean="0"/>
              <a:t>Prueba de Independencia- Corridas arriba y debajo de la media </a:t>
            </a:r>
            <a:endParaRPr lang="es-AR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3509" t="62047" r="57192" b="7700"/>
          <a:stretch/>
        </p:blipFill>
        <p:spPr>
          <a:xfrm>
            <a:off x="957943" y="1772652"/>
            <a:ext cx="10840620" cy="46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27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400" b="1" dirty="0" smtClean="0"/>
              <a:t>Prueba de Independencia- Corridas arriba y debajo de la media </a:t>
            </a:r>
            <a:endParaRPr lang="es-AR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1905" t="6444" r="16475" b="62403"/>
          <a:stretch/>
        </p:blipFill>
        <p:spPr>
          <a:xfrm>
            <a:off x="654851" y="2048423"/>
            <a:ext cx="11425494" cy="324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8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400" b="1" dirty="0" smtClean="0"/>
              <a:t>Prueba de Independencia- Corridas arriba y debajo de la media </a:t>
            </a:r>
            <a:endParaRPr lang="es-AR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1905" t="6444" r="16475" b="62403"/>
          <a:stretch/>
        </p:blipFill>
        <p:spPr>
          <a:xfrm>
            <a:off x="2031236" y="1772652"/>
            <a:ext cx="9872860" cy="280773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46" y="4580390"/>
            <a:ext cx="9911150" cy="126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</a:t>
            </a:r>
          </a:p>
          <a:p>
            <a:pPr algn="ctr"/>
            <a:r>
              <a:rPr lang="es-AR" b="1" dirty="0" smtClean="0"/>
              <a:t>Corridas </a:t>
            </a:r>
            <a:r>
              <a:rPr lang="es-AR" b="1" dirty="0"/>
              <a:t>arriba y debajo de la media 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s-AR" sz="24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970" t="41662" r="31156"/>
          <a:stretch/>
        </p:blipFill>
        <p:spPr>
          <a:xfrm>
            <a:off x="2642667" y="1157731"/>
            <a:ext cx="7644601" cy="88007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22476" t="21513" r="14667" b="20074"/>
          <a:stretch/>
        </p:blipFill>
        <p:spPr>
          <a:xfrm>
            <a:off x="2088527" y="2079434"/>
            <a:ext cx="9141603" cy="477856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22095" t="79025" r="64645" b="11101"/>
          <a:stretch/>
        </p:blipFill>
        <p:spPr>
          <a:xfrm>
            <a:off x="2088527" y="4770328"/>
            <a:ext cx="1895642" cy="79399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205" y="4662499"/>
            <a:ext cx="16954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2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 smtClean="0"/>
              <a:t>Pruebas estadísticas para los números pseudo aleatorios.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2400" b="1" dirty="0" smtClean="0"/>
              <a:t>Prueba de Independencia- Prueba de Póker</a:t>
            </a:r>
            <a:endParaRPr lang="es-AR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3684" t="60331" r="56930" b="14250"/>
          <a:stretch/>
        </p:blipFill>
        <p:spPr>
          <a:xfrm>
            <a:off x="871775" y="1933072"/>
            <a:ext cx="10867491" cy="394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6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 </a:t>
            </a:r>
            <a:br>
              <a:rPr lang="es-AR" b="1" dirty="0" smtClean="0"/>
            </a:br>
            <a:r>
              <a:rPr lang="es-AR" b="1" dirty="0" smtClean="0"/>
              <a:t>Prueba </a:t>
            </a:r>
            <a:r>
              <a:rPr lang="es-AR" b="1" dirty="0"/>
              <a:t>de </a:t>
            </a:r>
            <a:r>
              <a:rPr lang="es-AR" b="1" dirty="0" smtClean="0"/>
              <a:t>Póker con tres decimales</a:t>
            </a:r>
            <a:r>
              <a:rPr lang="es-AR" b="1" dirty="0"/>
              <a:t/>
            </a:r>
            <a:br>
              <a:rPr lang="es-AR" b="1" dirty="0"/>
            </a:br>
            <a:endParaRPr lang="es-AR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5826" y="1759862"/>
            <a:ext cx="8765883" cy="22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28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 </a:t>
            </a:r>
            <a:br>
              <a:rPr lang="es-AR" b="1" dirty="0" smtClean="0"/>
            </a:br>
            <a:r>
              <a:rPr lang="es-AR" b="1" dirty="0" smtClean="0"/>
              <a:t>Prueba </a:t>
            </a:r>
            <a:r>
              <a:rPr lang="es-AR" b="1" dirty="0"/>
              <a:t>de </a:t>
            </a:r>
            <a:r>
              <a:rPr lang="es-AR" b="1" dirty="0" smtClean="0"/>
              <a:t>Póker con cuatro decimales</a:t>
            </a:r>
            <a:r>
              <a:rPr lang="es-AR" b="1" dirty="0"/>
              <a:t/>
            </a:r>
            <a:br>
              <a:rPr lang="es-AR" b="1" dirty="0"/>
            </a:b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2" y="2009774"/>
            <a:ext cx="9209727" cy="35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5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 </a:t>
            </a:r>
            <a:br>
              <a:rPr lang="es-AR" b="1" dirty="0" smtClean="0"/>
            </a:br>
            <a:r>
              <a:rPr lang="es-AR" b="1" dirty="0" smtClean="0"/>
              <a:t>Prueba </a:t>
            </a:r>
            <a:r>
              <a:rPr lang="es-AR" b="1" dirty="0"/>
              <a:t>de </a:t>
            </a:r>
            <a:r>
              <a:rPr lang="es-AR" b="1" dirty="0" smtClean="0"/>
              <a:t>Póker con cinco decimales</a:t>
            </a:r>
            <a:r>
              <a:rPr lang="es-AR" b="1" dirty="0"/>
              <a:t/>
            </a:r>
            <a:br>
              <a:rPr lang="es-AR" b="1" dirty="0"/>
            </a:b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18" y="1537833"/>
            <a:ext cx="9205106" cy="467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2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9853" y="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Prueba de Póker: Procedimiento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524" t="9154" r="14286" b="55460"/>
          <a:stretch/>
        </p:blipFill>
        <p:spPr>
          <a:xfrm>
            <a:off x="938418" y="1872342"/>
            <a:ext cx="10928980" cy="349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6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9853" y="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Prueba de Póker: Procedimiento</a:t>
            </a:r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2667" t="23037" r="14952" b="25662"/>
          <a:stretch/>
        </p:blipFill>
        <p:spPr>
          <a:xfrm>
            <a:off x="1482806" y="1455061"/>
            <a:ext cx="10346149" cy="478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19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b="1" dirty="0"/>
              <a:t>Prueba de Póker: </a:t>
            </a:r>
            <a:r>
              <a:rPr lang="es-AR" b="1" dirty="0" smtClean="0"/>
              <a:t>Ejemplo</a:t>
            </a:r>
            <a:endParaRPr lang="es-AR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878" t="6530" r="15754" b="61585"/>
          <a:stretch/>
        </p:blipFill>
        <p:spPr>
          <a:xfrm>
            <a:off x="1461643" y="1905001"/>
            <a:ext cx="10429297" cy="375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2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Prueba de Póker: </a:t>
            </a:r>
            <a:r>
              <a:rPr lang="es-AR" b="1" dirty="0" smtClean="0"/>
              <a:t/>
            </a:r>
            <a:br>
              <a:rPr lang="es-AR" b="1" dirty="0" smtClean="0"/>
            </a:br>
            <a:r>
              <a:rPr lang="es-AR" b="1" dirty="0" smtClean="0"/>
              <a:t>Clasificación de números</a:t>
            </a:r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3047" t="62825" r="15619" b="10423"/>
          <a:stretch/>
        </p:blipFill>
        <p:spPr>
          <a:xfrm>
            <a:off x="1041328" y="2220686"/>
            <a:ext cx="10826183" cy="265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2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43" y="116110"/>
            <a:ext cx="8911687" cy="1280890"/>
          </a:xfrm>
        </p:spPr>
        <p:txBody>
          <a:bodyPr/>
          <a:lstStyle/>
          <a:p>
            <a:r>
              <a:rPr lang="es-AR" b="1" dirty="0"/>
              <a:t>Prueba de Póker: </a:t>
            </a:r>
            <a:r>
              <a:rPr lang="es-AR" b="1" dirty="0" smtClean="0"/>
              <a:t>Cálculos necesarios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25143" t="40984" r="26000" b="11270"/>
          <a:stretch/>
        </p:blipFill>
        <p:spPr>
          <a:xfrm>
            <a:off x="2481943" y="756555"/>
            <a:ext cx="8316686" cy="457174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24571" t="38444" r="13048" b="44794"/>
          <a:stretch/>
        </p:blipFill>
        <p:spPr>
          <a:xfrm>
            <a:off x="1886773" y="5328300"/>
            <a:ext cx="9506857" cy="14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3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07959" y="0"/>
            <a:ext cx="11036968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b="1" dirty="0"/>
              <a:t>Prueba de Independencia- Prueba de Series</a:t>
            </a:r>
            <a:endParaRPr lang="es-AR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507959" y="1114926"/>
            <a:ext cx="9914020" cy="1315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s-AR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4912" t="22162" r="55263" b="51209"/>
          <a:stretch/>
        </p:blipFill>
        <p:spPr>
          <a:xfrm>
            <a:off x="1507959" y="1609008"/>
            <a:ext cx="10295970" cy="387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6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AR" b="1" dirty="0"/>
              <a:t>Prueba de </a:t>
            </a:r>
            <a:r>
              <a:rPr lang="es-AR" b="1" dirty="0" smtClean="0"/>
              <a:t>Independencia</a:t>
            </a:r>
            <a:br>
              <a:rPr lang="es-AR" b="1" dirty="0" smtClean="0"/>
            </a:br>
            <a:r>
              <a:rPr lang="es-AR" b="1" dirty="0" smtClean="0"/>
              <a:t>Prueba </a:t>
            </a:r>
            <a:r>
              <a:rPr lang="es-AR" b="1" dirty="0"/>
              <a:t>de </a:t>
            </a:r>
            <a:r>
              <a:rPr lang="es-AR" b="1" dirty="0" smtClean="0"/>
              <a:t>Series: Primer paso</a:t>
            </a:r>
            <a:r>
              <a:rPr lang="es-AR" b="1" dirty="0"/>
              <a:t/>
            </a:r>
            <a:br>
              <a:rPr lang="es-AR" b="1" dirty="0"/>
            </a:br>
            <a:endParaRPr lang="es-AR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064" t="49940" r="37362" b="16639"/>
          <a:stretch/>
        </p:blipFill>
        <p:spPr>
          <a:xfrm>
            <a:off x="2717178" y="1905000"/>
            <a:ext cx="8001198" cy="43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5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b="1" dirty="0"/>
              <a:t>Prueba de Independencia</a:t>
            </a:r>
            <a:br>
              <a:rPr lang="es-AR" b="1" dirty="0"/>
            </a:br>
            <a:r>
              <a:rPr lang="es-AR" b="1" dirty="0"/>
              <a:t>Prueba de Series: </a:t>
            </a:r>
            <a:r>
              <a:rPr lang="es-AR" b="1" dirty="0" smtClean="0"/>
              <a:t>Ejemplo</a:t>
            </a:r>
            <a:r>
              <a:rPr lang="es-AR" b="1" dirty="0"/>
              <a:t/>
            </a:r>
            <a:br>
              <a:rPr lang="es-AR" b="1" dirty="0"/>
            </a:b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2380" t="14571" r="15524" b="49027"/>
          <a:stretch/>
        </p:blipFill>
        <p:spPr>
          <a:xfrm>
            <a:off x="1216722" y="2104571"/>
            <a:ext cx="10563703" cy="34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47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7496" y="391882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s-AR" sz="4400" b="1" dirty="0"/>
              <a:t>Prueba de Independencia</a:t>
            </a:r>
            <a:br>
              <a:rPr lang="es-AR" sz="4400" b="1" dirty="0"/>
            </a:br>
            <a:r>
              <a:rPr lang="es-AR" sz="4400" b="1" dirty="0"/>
              <a:t>Prueba de Series: </a:t>
            </a:r>
            <a:r>
              <a:rPr lang="es-AR" sz="4400" b="1" dirty="0" smtClean="0"/>
              <a:t>1er paso</a:t>
            </a:r>
            <a:r>
              <a:rPr lang="es-AR" sz="4400" b="1" dirty="0"/>
              <a:t/>
            </a:r>
            <a:br>
              <a:rPr lang="es-AR" sz="4400" b="1" dirty="0"/>
            </a:br>
            <a:endParaRPr lang="es-AR" sz="4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184" t="25781" r="59557" b="25453"/>
          <a:stretch/>
        </p:blipFill>
        <p:spPr>
          <a:xfrm>
            <a:off x="589953" y="2093685"/>
            <a:ext cx="2733818" cy="434514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27809" t="33026" r="29905" b="27863"/>
          <a:stretch/>
        </p:blipFill>
        <p:spPr>
          <a:xfrm>
            <a:off x="4136571" y="2226999"/>
            <a:ext cx="7368041" cy="383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91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7492" y="-580575"/>
            <a:ext cx="8911687" cy="580575"/>
          </a:xfrm>
        </p:spPr>
        <p:txBody>
          <a:bodyPr>
            <a:noAutofit/>
          </a:bodyPr>
          <a:lstStyle/>
          <a:p>
            <a:pPr algn="ctr"/>
            <a:r>
              <a:rPr lang="es-AR" sz="4400" b="1" dirty="0"/>
              <a:t/>
            </a:r>
            <a:br>
              <a:rPr lang="es-AR" sz="4400" b="1" dirty="0"/>
            </a:br>
            <a:r>
              <a:rPr lang="es-AR" sz="4400" b="1" dirty="0"/>
              <a:t>Prueba de Series: </a:t>
            </a:r>
            <a:r>
              <a:rPr lang="es-AR" sz="4400" b="1" dirty="0" smtClean="0"/>
              <a:t>Cálculos</a:t>
            </a:r>
            <a:r>
              <a:rPr lang="es-AR" sz="4400" b="1" dirty="0"/>
              <a:t/>
            </a:r>
            <a:br>
              <a:rPr lang="es-AR" sz="4400" b="1" dirty="0"/>
            </a:br>
            <a:endParaRPr lang="es-AR" sz="44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823" t="21128" r="27422" b="69631"/>
          <a:stretch/>
        </p:blipFill>
        <p:spPr>
          <a:xfrm>
            <a:off x="3412934" y="914401"/>
            <a:ext cx="6400801" cy="69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25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7492" y="-580575"/>
            <a:ext cx="8911687" cy="580575"/>
          </a:xfrm>
        </p:spPr>
        <p:txBody>
          <a:bodyPr>
            <a:noAutofit/>
          </a:bodyPr>
          <a:lstStyle/>
          <a:p>
            <a:pPr algn="ctr"/>
            <a:r>
              <a:rPr lang="es-AR" sz="4400" b="1" dirty="0"/>
              <a:t/>
            </a:r>
            <a:br>
              <a:rPr lang="es-AR" sz="4400" b="1" dirty="0"/>
            </a:br>
            <a:r>
              <a:rPr lang="es-AR" sz="4400" b="1" dirty="0"/>
              <a:t>Prueba de Series: </a:t>
            </a:r>
            <a:r>
              <a:rPr lang="es-AR" sz="4400" b="1" dirty="0" smtClean="0"/>
              <a:t>Cálculos</a:t>
            </a:r>
            <a:r>
              <a:rPr lang="es-AR" sz="4400" b="1" dirty="0"/>
              <a:t/>
            </a:r>
            <a:br>
              <a:rPr lang="es-AR" sz="4400" b="1" dirty="0"/>
            </a:br>
            <a:endParaRPr lang="es-AR" sz="44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823" t="21128" r="27422" b="16254"/>
          <a:stretch/>
        </p:blipFill>
        <p:spPr>
          <a:xfrm>
            <a:off x="3412934" y="914401"/>
            <a:ext cx="6400801" cy="47209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492" y="5825852"/>
            <a:ext cx="94297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9442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1577</TotalTime>
  <Words>224</Words>
  <Application>Microsoft Office PowerPoint</Application>
  <PresentationFormat>Panorámica</PresentationFormat>
  <Paragraphs>39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Wingdings 3</vt:lpstr>
      <vt:lpstr>Espiral</vt:lpstr>
      <vt:lpstr>Pruebas de Independencia para los números pseudo aleatorios.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Prueba de Independencia  Prueba de Póker con tres decimales </vt:lpstr>
      <vt:lpstr>Prueba de Independencia  Prueba de Póker con cuatro decimales </vt:lpstr>
      <vt:lpstr>Prueba de Independencia  Prueba de Póker con cinco decimales </vt:lpstr>
      <vt:lpstr>Prueba de Póker: Procedimiento</vt:lpstr>
      <vt:lpstr>Prueba de Póker: Procedimiento</vt:lpstr>
      <vt:lpstr>Prueba de Póker: Ejemplo</vt:lpstr>
      <vt:lpstr>Prueba de Póker:  Clasificación de números</vt:lpstr>
      <vt:lpstr>Prueba de Póker: Cálculos necesarios</vt:lpstr>
      <vt:lpstr>Presentación de PowerPoint</vt:lpstr>
      <vt:lpstr>Prueba de Independencia Prueba de Series: Primer paso </vt:lpstr>
      <vt:lpstr>Prueba de Independencia Prueba de Series: Ejemplo </vt:lpstr>
      <vt:lpstr>Prueba de Independencia Prueba de Series: 1er paso </vt:lpstr>
      <vt:lpstr> Prueba de Series: Cálculos </vt:lpstr>
      <vt:lpstr> Prueba de Series: Cálculos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Estadísticas para los números pseudo aleatorios.</dc:title>
  <dc:creator>Fabio Argañaraz</dc:creator>
  <cp:lastModifiedBy>Fabio Argañaraz</cp:lastModifiedBy>
  <cp:revision>29</cp:revision>
  <dcterms:created xsi:type="dcterms:W3CDTF">2018-06-12T22:58:56Z</dcterms:created>
  <dcterms:modified xsi:type="dcterms:W3CDTF">2018-07-04T20:54:31Z</dcterms:modified>
</cp:coreProperties>
</file>